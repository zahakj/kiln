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Pictures: crop, rotation, formats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24000"/>
            <a:ext cx="30480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rcRect l="10000" r="20000" t="15000" b="5000"/>
          <a:stretch>
            <a:fillRect/>
          </a:stretch>
        </p:blipFill>
        <p:spPr>
          <a:xfrm>
            <a:off x="4267200" y="1524000"/>
            <a:ext cx="3048000" cy="22860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0">
            <a:off x="7924800" y="1524000"/>
            <a:ext cx="2286000" cy="2286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4196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Pictures</dc:title>
  <dc:subject/>
  <dc:creator>Officina Fixtures</dc:creator>
  <cp:keywords/>
  <dc:description>generated using python-pptx</dc:description>
  <cp:lastModifiedBy>Officina Fixtures</cp:lastModifiedBy>
  <cp:revision>1</cp:revision>
  <dcterms:created xsi:type="dcterms:W3CDTF">2026-01-15T09:30:00Z</dcterms:created>
  <dcterms:modified xsi:type="dcterms:W3CDTF">2026-01-15T09:30:00Z</dcterms:modified>
  <cp:category/>
</cp:coreProperties>
</file>