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Layout 1: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placeholder (idx 1)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2: 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 placeholder (idx 1)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3: 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body placeholder (idx 1)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4: Two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object placeholder (idx 1)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object placeholder (idx 2)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5: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body placeholder (idx 1)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object placeholder (idx 2)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body placeholder (idx 3)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object placeholder (idx 4)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6: Title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8: Content with 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 placeholder (idx 1)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body placeholder (idx 2)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9: Picture with Caption</a:t>
            </a:r>
          </a:p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body placeholder (idx 2)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10: Title and Vertical Text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body placeholder (idx 1)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t>Layout 11: Vertical Title and Text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body placeholder (idx 1)</a:t>
            </a:r>
          </a:p>
          <a:p>
            <a:pPr lvl="1"/>
            <a:r>
              <a:t>Level 2 bullet</a:t>
            </a:r>
          </a:p>
          <a:p>
            <a:pPr lvl="2"/>
            <a:r>
              <a:t>Level 3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 layout and placeholder type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