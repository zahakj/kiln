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1. Ut labore voluptate in esse consequat nulla ea velit nisi exercitation esse in laboris dolor anim sint nisi sunt sint officia eiusmod in cillum non.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2. Dolor duis est deserunt ut incididunt labore nulla adipiscing do in aute pariatur mollit nisi minim mollit esse eiusmod ut dolor dolor ad in fugiat.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3. Eu ipsum ea tempor duis sed consectetur proident elit ex enim deserunt qui deserunt consectetur mollit elit culpa eiusmod in nisi proident ex eiusmod ipsum.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with notes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Exercitation ipsum id amet enim ut dolor elit aliqua dolore.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with notes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proident pariatur sed officia dolor nostrud magna laborum minim.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with notes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Culpa voluptate non do commodo culpa aliqua labore deserunt fugiat.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Speaker notes</dc:title>
  <dc:subject/>
  <dc:creator>Officina Fixtures</dc:creator>
  <cp:keywords/>
  <dc:description>generated using python-pptx</dc:description>
  <cp:lastModifiedBy>Officina Fixtures</cp:lastModifiedBy>
  <cp:revision>1</cp:revision>
  <dcterms:created xsi:type="dcterms:W3CDTF">2026-01-15T09:30:00Z</dcterms:created>
  <dcterms:modified xsi:type="dcterms:W3CDTF">2026-01-15T09:30:00Z</dcterms:modified>
  <cp:category/>
</cp:coreProperties>
</file>