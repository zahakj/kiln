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Fills, lines and effects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2590800" cy="21336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solid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5200" y="1371600"/>
            <a:ext cx="2590800" cy="2133600"/>
          </a:xfrm>
          <a:prstGeom prst="roundRec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590800" cy="2133600"/>
          </a:xfrm>
          <a:prstGeom prst="roundRect">
            <a:avLst/>
          </a:prstGeom>
          <a:pattFill prst="wdUpDiag">
            <a:fgClr>
              <a:srgbClr val="4472C4"/>
            </a:f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96400" y="1371600"/>
            <a:ext cx="2590800" cy="2133600"/>
          </a:xfrm>
          <a:prstGeom prst="roundRect">
            <a:avLst/>
          </a:prstGeom>
          <a:noFill/>
          <a:ln w="5080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dash-dot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3810000"/>
            <a:ext cx="2590800" cy="2133600"/>
          </a:xfrm>
          <a:prstGeom prst="roundRect">
            <a:avLst/>
          </a:prstGeom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outer shadow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200" y="3810000"/>
            <a:ext cx="2590800" cy="2133600"/>
          </a:xfrm>
          <a:prstGeom prst="round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10000"/>
            <a:ext cx="2590800" cy="2133600"/>
          </a:xfrm>
          <a:prstGeom prst="roundRect">
            <a:avLst/>
          </a:prstGeom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6400" y="3810000"/>
            <a:ext cx="2590800" cy="2133600"/>
          </a:xfrm>
          <a:prstGeom prst="roundRect">
            <a:avLst/>
          </a:prstGeom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soft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styles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