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colours and tints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524000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09800"/>
            <a:ext cx="152400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048000"/>
            <a:ext cx="15240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886200"/>
            <a:ext cx="1524000" cy="7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24400"/>
            <a:ext cx="1524000" cy="76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562600"/>
            <a:ext cx="1524000" cy="762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90800" y="1371600"/>
            <a:ext cx="15240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90800" y="2209800"/>
            <a:ext cx="1524000" cy="76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0800" y="3048000"/>
            <a:ext cx="15240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0800" y="3886200"/>
            <a:ext cx="1524000" cy="7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0800" y="4724400"/>
            <a:ext cx="1524000" cy="76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0800" y="5562600"/>
            <a:ext cx="1524000" cy="762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200" y="1371600"/>
            <a:ext cx="1524000" cy="76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200" y="2209800"/>
            <a:ext cx="1524000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7200" y="3048000"/>
            <a:ext cx="1524000" cy="76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200" y="3886200"/>
            <a:ext cx="1524000" cy="7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7200" y="4724400"/>
            <a:ext cx="1524000" cy="76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7200" y="5562600"/>
            <a:ext cx="1524000" cy="762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371600"/>
            <a:ext cx="1524000" cy="76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2209800"/>
            <a:ext cx="1524000" cy="76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3048000"/>
            <a:ext cx="1524000" cy="762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3886200"/>
            <a:ext cx="1524000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4724400"/>
            <a:ext cx="1524000" cy="762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5562600"/>
            <a:ext cx="1524000" cy="762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0000" y="1371600"/>
            <a:ext cx="1524000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20000" y="2209800"/>
            <a:ext cx="1524000" cy="76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20000" y="3048000"/>
            <a:ext cx="152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0000" y="3886200"/>
            <a:ext cx="1524000" cy="7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20000" y="4724400"/>
            <a:ext cx="1524000" cy="762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5562600"/>
            <a:ext cx="1524000" cy="76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96400" y="1371600"/>
            <a:ext cx="1524000" cy="7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96400" y="2209800"/>
            <a:ext cx="1524000" cy="76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96400" y="3048000"/>
            <a:ext cx="1524000" cy="76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96400" y="3886200"/>
            <a:ext cx="1524000" cy="7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6400" y="4724400"/>
            <a:ext cx="1524000" cy="762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96400" y="5562600"/>
            <a:ext cx="1524000" cy="762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 colours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