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524000"/>
          <a:ext cx="109728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4</a:t>
                      </a:r>
                    </a:p>
                  </a:txBody>
                  <a:tcPr/>
                </a:tc>
              </a:tr>
              <a:tr h="609600">
                <a:tc gridSpan="3">
                  <a:txBody>
                    <a:bodyPr/>
                    <a:lstStyle/>
                    <a:p>
                      <a:r>
                        <a:t>Merged across three columns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t>Merged down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table, no header row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00" y="1828800"/>
          <a:ext cx="609600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6096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