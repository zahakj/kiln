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Animation builds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Appear on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 on 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Wipe on click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Animation builds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Appear on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 on 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048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Wipe on click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