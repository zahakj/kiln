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18.4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19.8</c:v>
                </c:pt>
                <c:pt idx="3">
                  <c:v>21.3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18.4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19.8</c:v>
                </c:pt>
                <c:pt idx="3">
                  <c:v>21.3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18.4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19.8</c:v>
                </c:pt>
                <c:pt idx="3">
                  <c:v>21.3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18.4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19.8</c:v>
                </c:pt>
                <c:pt idx="3">
                  <c:v>21.3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18.4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14.5</c:v>
                </c:pt>
                <c:pt idx="2">
                  <c:v>19.8</c:v>
                </c:pt>
                <c:pt idx="3">
                  <c:v>21.3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-0.15</c:v>
                </c:pt>
                <c:pt idx="1">
                  <c:v>0.99</c:v>
                </c:pt>
                <c:pt idx="2">
                  <c:v>1.55</c:v>
                </c:pt>
                <c:pt idx="3">
                  <c:v>5.97</c:v>
                </c:pt>
                <c:pt idx="4">
                  <c:v>4.03</c:v>
                </c:pt>
                <c:pt idx="5">
                  <c:v>7.51</c:v>
                </c:pt>
                <c:pt idx="6">
                  <c:v>10.59</c:v>
                </c:pt>
                <c:pt idx="7">
                  <c:v>8.82</c:v>
                </c:pt>
                <c:pt idx="8">
                  <c:v>12.22</c:v>
                </c:pt>
                <c:pt idx="9">
                  <c:v>13.97</c:v>
                </c:pt>
                <c:pt idx="10">
                  <c:v>13.16</c:v>
                </c:pt>
                <c:pt idx="11">
                  <c:v>16.02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Bubbles</c:v>
                </c:pt>
              </c:strCache>
            </c:strRef>
          </c:tx>
          <c:invertIfNegative val="0"/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5</c:v>
                </c:pt>
                <c:pt idx="3">
                  <c:v>2</c:v>
                </c:pt>
                <c:pt idx="4">
                  <c:v>9</c:v>
                </c:pt>
                <c:pt idx="5">
                  <c:v>6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5</c:v>
                </c:pt>
                <c:pt idx="4">
                  <c:v>10</c:v>
                </c:pt>
                <c:pt idx="5">
                  <c:v>15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 Clustered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Doughnut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371600"/>
          <a:ext cx="9753600" cy="487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