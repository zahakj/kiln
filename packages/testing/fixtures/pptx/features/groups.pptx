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3505200" cy="2133600"/>
            <a:chOff x="914400" y="1828800"/>
            <a:chExt cx="3505200" cy="2133600"/>
          </a:xfrm>
        </p:grpSpPr>
        <p:sp>
          <p:nvSpPr>
            <p:cNvPr id="4" name="Oval 3"/>
            <p:cNvSpPr/>
            <p:nvPr/>
          </p:nvSpPr>
          <p:spPr>
            <a:xfrm>
              <a:off x="914400" y="1828800"/>
              <a:ext cx="1066800" cy="10668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133600" y="1828800"/>
              <a:ext cx="1066800" cy="10668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352800" y="1828800"/>
              <a:ext cx="1066800" cy="10668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914400" y="3200400"/>
              <a:ext cx="3352800" cy="762000"/>
              <a:chOff x="914400" y="3200400"/>
              <a:chExt cx="3352800" cy="7620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914400" y="3200400"/>
                <a:ext cx="1828800" cy="762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>
                <a:off x="3048000" y="3200400"/>
                <a:ext cx="1219200" cy="762000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 rot="900000">
            <a:off x="6705600" y="1828800"/>
            <a:ext cx="2438400" cy="2743200"/>
            <a:chOff x="6705600" y="1828800"/>
            <a:chExt cx="2438400" cy="2743200"/>
          </a:xfrm>
        </p:grpSpPr>
        <p:sp>
          <p:nvSpPr>
            <p:cNvPr id="11" name="Rounded Rectangle 10"/>
            <p:cNvSpPr/>
            <p:nvPr/>
          </p:nvSpPr>
          <p:spPr>
            <a:xfrm>
              <a:off x="6705600" y="1828800"/>
              <a:ext cx="2438400" cy="12192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Rotated group</a:t>
              </a:r>
            </a:p>
          </p:txBody>
        </p:sp>
        <p:sp>
          <p:nvSpPr>
            <p:cNvPr id="12" name="5-Point Star 11"/>
            <p:cNvSpPr/>
            <p:nvPr/>
          </p:nvSpPr>
          <p:spPr>
            <a:xfrm>
              <a:off x="7315200" y="3352800"/>
              <a:ext cx="1219200" cy="1219200"/>
            </a:xfrm>
            <a:prstGeom prst="star5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