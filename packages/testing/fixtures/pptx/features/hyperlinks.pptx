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org/" TargetMode="Externa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09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External link to example.org</a:t>
            </a:r>
          </a:p>
        </p:txBody>
      </p:sp>
      <p:sp>
        <p:nvSpPr>
          <p:cNvPr id="4" name="Action Button: Forward or Next 3"/>
          <p:cNvSpPr/>
          <p:nvPr/>
        </p:nvSpPr>
        <p:spPr>
          <a:xfrm>
            <a:off x="914400" y="3200400"/>
            <a:ext cx="1219200" cy="914400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048000" y="3200400"/>
            <a:ext cx="3048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Jump to slide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