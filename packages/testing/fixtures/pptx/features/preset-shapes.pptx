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 Button: Back or Previous 1"/>
          <p:cNvSpPr/>
          <p:nvPr/>
        </p:nvSpPr>
        <p:spPr>
          <a:xfrm>
            <a:off x="609600" y="304800"/>
            <a:ext cx="2438400" cy="1625600"/>
          </a:xfrm>
          <a:prstGeom prst="actionButtonBackPrevious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action_button_back_or_previous</a:t>
            </a:r>
          </a:p>
        </p:txBody>
      </p:sp>
      <p:sp>
        <p:nvSpPr>
          <p:cNvPr id="3" name="Action Button: Document 2"/>
          <p:cNvSpPr/>
          <p:nvPr/>
        </p:nvSpPr>
        <p:spPr>
          <a:xfrm>
            <a:off x="3352800" y="304800"/>
            <a:ext cx="2438400" cy="1625600"/>
          </a:xfrm>
          <a:prstGeom prst="actionButtonDocumen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action_button_document</a:t>
            </a:r>
          </a:p>
        </p:txBody>
      </p:sp>
      <p:sp>
        <p:nvSpPr>
          <p:cNvPr id="4" name="Action Button: Help 3"/>
          <p:cNvSpPr/>
          <p:nvPr/>
        </p:nvSpPr>
        <p:spPr>
          <a:xfrm>
            <a:off x="6096000" y="304800"/>
            <a:ext cx="2438400" cy="1625600"/>
          </a:xfrm>
          <a:prstGeom prst="actionButtonHelp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action_button_help</a:t>
            </a:r>
          </a:p>
        </p:txBody>
      </p:sp>
      <p:sp>
        <p:nvSpPr>
          <p:cNvPr id="5" name="Action Button: Movie 4"/>
          <p:cNvSpPr/>
          <p:nvPr/>
        </p:nvSpPr>
        <p:spPr>
          <a:xfrm>
            <a:off x="8839200" y="304800"/>
            <a:ext cx="2438400" cy="1625600"/>
          </a:xfrm>
          <a:prstGeom prst="actionButtonMovi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action_button_movie</a:t>
            </a:r>
          </a:p>
        </p:txBody>
      </p:sp>
      <p:sp>
        <p:nvSpPr>
          <p:cNvPr id="6" name="Arc 5"/>
          <p:cNvSpPr/>
          <p:nvPr/>
        </p:nvSpPr>
        <p:spPr>
          <a:xfrm>
            <a:off x="609600" y="2438400"/>
            <a:ext cx="2438400" cy="1625600"/>
          </a:xfrm>
          <a:prstGeom prst="arc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arc</a:t>
            </a:r>
          </a:p>
        </p:txBody>
      </p:sp>
      <p:sp>
        <p:nvSpPr>
          <p:cNvPr id="7" name="Bent-Up Arrow 6"/>
          <p:cNvSpPr/>
          <p:nvPr/>
        </p:nvSpPr>
        <p:spPr>
          <a:xfrm>
            <a:off x="3352800" y="2438400"/>
            <a:ext cx="2438400" cy="1625600"/>
          </a:xfrm>
          <a:prstGeom prst="bentUpArrow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bent_up_arrow</a:t>
            </a:r>
          </a:p>
        </p:txBody>
      </p:sp>
      <p:sp>
        <p:nvSpPr>
          <p:cNvPr id="8" name="Can 7"/>
          <p:cNvSpPr/>
          <p:nvPr/>
        </p:nvSpPr>
        <p:spPr>
          <a:xfrm>
            <a:off x="6096000" y="2438400"/>
            <a:ext cx="2438400" cy="1625600"/>
          </a:xfrm>
          <a:prstGeom prst="ca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can</a:t>
            </a:r>
          </a:p>
        </p:txBody>
      </p:sp>
      <p:sp>
        <p:nvSpPr>
          <p:cNvPr id="9" name="Chart X 8"/>
          <p:cNvSpPr/>
          <p:nvPr/>
        </p:nvSpPr>
        <p:spPr>
          <a:xfrm>
            <a:off x="8839200" y="2438400"/>
            <a:ext cx="2438400" cy="1625600"/>
          </a:xfrm>
          <a:prstGeom prst="chartX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chart_x</a:t>
            </a:r>
          </a:p>
        </p:txBody>
      </p:sp>
      <p:sp>
        <p:nvSpPr>
          <p:cNvPr id="10" name="Circular Arrow 9"/>
          <p:cNvSpPr/>
          <p:nvPr/>
        </p:nvSpPr>
        <p:spPr>
          <a:xfrm>
            <a:off x="609600" y="4572000"/>
            <a:ext cx="2438400" cy="1625600"/>
          </a:xfrm>
          <a:prstGeom prst="circularArrow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circular_arrow</a:t>
            </a:r>
          </a:p>
        </p:txBody>
      </p:sp>
      <p:sp>
        <p:nvSpPr>
          <p:cNvPr id="11" name="Corner 10"/>
          <p:cNvSpPr/>
          <p:nvPr/>
        </p:nvSpPr>
        <p:spPr>
          <a:xfrm>
            <a:off x="3352800" y="4572000"/>
            <a:ext cx="2438400" cy="1625600"/>
          </a:xfrm>
          <a:prstGeom prst="corner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corner</a:t>
            </a:r>
          </a:p>
        </p:txBody>
      </p:sp>
      <p:sp>
        <p:nvSpPr>
          <p:cNvPr id="12" name="Cube 11"/>
          <p:cNvSpPr/>
          <p:nvPr/>
        </p:nvSpPr>
        <p:spPr>
          <a:xfrm>
            <a:off x="6096000" y="4572000"/>
            <a:ext cx="2438400" cy="1625600"/>
          </a:xfrm>
          <a:prstGeom prst="cub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cube</a:t>
            </a:r>
          </a:p>
        </p:txBody>
      </p:sp>
      <p:sp>
        <p:nvSpPr>
          <p:cNvPr id="13" name="Curved Left Arrow 12"/>
          <p:cNvSpPr/>
          <p:nvPr/>
        </p:nvSpPr>
        <p:spPr>
          <a:xfrm>
            <a:off x="8839200" y="4572000"/>
            <a:ext cx="2438400" cy="1625600"/>
          </a:xfrm>
          <a:prstGeom prst="curvedLeftArrow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curved_left_arrow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urved Up Ribbon 1"/>
          <p:cNvSpPr/>
          <p:nvPr/>
        </p:nvSpPr>
        <p:spPr>
          <a:xfrm>
            <a:off x="609600" y="304800"/>
            <a:ext cx="2438400" cy="1625600"/>
          </a:xfrm>
          <a:prstGeom prst="ellipseRibbon2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curved_up_ribbon</a:t>
            </a:r>
          </a:p>
        </p:txBody>
      </p:sp>
      <p:sp>
        <p:nvSpPr>
          <p:cNvPr id="3" name="Diamond 2"/>
          <p:cNvSpPr/>
          <p:nvPr/>
        </p:nvSpPr>
        <p:spPr>
          <a:xfrm>
            <a:off x="3352800" y="304800"/>
            <a:ext cx="2438400" cy="1625600"/>
          </a:xfrm>
          <a:prstGeom prst="diamond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diamond</a:t>
            </a:r>
          </a:p>
        </p:txBody>
      </p:sp>
      <p:sp>
        <p:nvSpPr>
          <p:cNvPr id="4" name="Double Brace 3"/>
          <p:cNvSpPr/>
          <p:nvPr/>
        </p:nvSpPr>
        <p:spPr>
          <a:xfrm>
            <a:off x="6096000" y="304800"/>
            <a:ext cx="2438400" cy="1625600"/>
          </a:xfrm>
          <a:prstGeom prst="bracePair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double_brace</a:t>
            </a:r>
          </a:p>
        </p:txBody>
      </p:sp>
      <p:sp>
        <p:nvSpPr>
          <p:cNvPr id="5" name="Down Arrow 4"/>
          <p:cNvSpPr/>
          <p:nvPr/>
        </p:nvSpPr>
        <p:spPr>
          <a:xfrm>
            <a:off x="8839200" y="304800"/>
            <a:ext cx="2438400" cy="1625600"/>
          </a:xfrm>
          <a:prstGeom prst="down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down_arrow</a:t>
            </a:r>
          </a:p>
        </p:txBody>
      </p:sp>
      <p:sp>
        <p:nvSpPr>
          <p:cNvPr id="6" name="Explosion 5"/>
          <p:cNvSpPr/>
          <p:nvPr/>
        </p:nvSpPr>
        <p:spPr>
          <a:xfrm>
            <a:off x="609600" y="2438400"/>
            <a:ext cx="2438400" cy="1625600"/>
          </a:xfrm>
          <a:prstGeom prst="irregularSeal1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explosion1</a:t>
            </a:r>
          </a:p>
        </p:txBody>
      </p:sp>
      <p:sp>
        <p:nvSpPr>
          <p:cNvPr id="7" name="Card 6"/>
          <p:cNvSpPr/>
          <p:nvPr/>
        </p:nvSpPr>
        <p:spPr>
          <a:xfrm>
            <a:off x="3352800" y="2438400"/>
            <a:ext cx="2438400" cy="1625600"/>
          </a:xfrm>
          <a:prstGeom prst="flowChartPunchedCard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flowchart_card</a:t>
            </a:r>
          </a:p>
        </p:txBody>
      </p:sp>
      <p:sp>
        <p:nvSpPr>
          <p:cNvPr id="8" name="Data 7"/>
          <p:cNvSpPr/>
          <p:nvPr/>
        </p:nvSpPr>
        <p:spPr>
          <a:xfrm>
            <a:off x="6096000" y="2438400"/>
            <a:ext cx="2438400" cy="1625600"/>
          </a:xfrm>
          <a:prstGeom prst="flowChartInputOutpu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flowchart_data</a:t>
            </a:r>
          </a:p>
        </p:txBody>
      </p:sp>
      <p:sp>
        <p:nvSpPr>
          <p:cNvPr id="9" name="Direct Access Storage 8"/>
          <p:cNvSpPr/>
          <p:nvPr/>
        </p:nvSpPr>
        <p:spPr>
          <a:xfrm>
            <a:off x="8839200" y="2438400"/>
            <a:ext cx="2438400" cy="1625600"/>
          </a:xfrm>
          <a:prstGeom prst="flowChartMagneticDrum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flowchart_direct_access_storage</a:t>
            </a:r>
          </a:p>
        </p:txBody>
      </p:sp>
      <p:sp>
        <p:nvSpPr>
          <p:cNvPr id="10" name="Extract 9"/>
          <p:cNvSpPr/>
          <p:nvPr/>
        </p:nvSpPr>
        <p:spPr>
          <a:xfrm>
            <a:off x="609600" y="4572000"/>
            <a:ext cx="2438400" cy="1625600"/>
          </a:xfrm>
          <a:prstGeom prst="flowChartExtra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flowchart_extract</a:t>
            </a:r>
          </a:p>
        </p:txBody>
      </p:sp>
      <p:sp>
        <p:nvSpPr>
          <p:cNvPr id="11" name="Manual Input 10"/>
          <p:cNvSpPr/>
          <p:nvPr/>
        </p:nvSpPr>
        <p:spPr>
          <a:xfrm>
            <a:off x="3352800" y="4572000"/>
            <a:ext cx="2438400" cy="1625600"/>
          </a:xfrm>
          <a:prstGeom prst="flowChartManualInpu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flowchart_manual_input</a:t>
            </a:r>
          </a:p>
        </p:txBody>
      </p:sp>
      <p:sp>
        <p:nvSpPr>
          <p:cNvPr id="12" name="Multidocument 11"/>
          <p:cNvSpPr/>
          <p:nvPr/>
        </p:nvSpPr>
        <p:spPr>
          <a:xfrm>
            <a:off x="6096000" y="4572000"/>
            <a:ext cx="2438400" cy="1625600"/>
          </a:xfrm>
          <a:prstGeom prst="flowChartMultidocumen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flowchart_multidocument</a:t>
            </a:r>
          </a:p>
        </p:txBody>
      </p:sp>
      <p:sp>
        <p:nvSpPr>
          <p:cNvPr id="13" name="Or 12"/>
          <p:cNvSpPr/>
          <p:nvPr/>
        </p:nvSpPr>
        <p:spPr>
          <a:xfrm>
            <a:off x="8839200" y="4572000"/>
            <a:ext cx="2438400" cy="1625600"/>
          </a:xfrm>
          <a:prstGeom prst="flowChartOr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cess 1"/>
          <p:cNvSpPr/>
          <p:nvPr/>
        </p:nvSpPr>
        <p:spPr>
          <a:xfrm>
            <a:off x="609600" y="304800"/>
            <a:ext cx="2438400" cy="1625600"/>
          </a:xfrm>
          <a:prstGeom prst="flowChartProcess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flowchart_process</a:t>
            </a:r>
          </a:p>
        </p:txBody>
      </p:sp>
      <p:sp>
        <p:nvSpPr>
          <p:cNvPr id="3" name="Sort 2"/>
          <p:cNvSpPr/>
          <p:nvPr/>
        </p:nvSpPr>
        <p:spPr>
          <a:xfrm>
            <a:off x="3352800" y="304800"/>
            <a:ext cx="2438400" cy="1625600"/>
          </a:xfrm>
          <a:prstGeom prst="flowChartSor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flowchart_sort</a:t>
            </a:r>
          </a:p>
        </p:txBody>
      </p:sp>
      <p:sp>
        <p:nvSpPr>
          <p:cNvPr id="4" name="Terminator 3"/>
          <p:cNvSpPr/>
          <p:nvPr/>
        </p:nvSpPr>
        <p:spPr>
          <a:xfrm>
            <a:off x="6096000" y="304800"/>
            <a:ext cx="2438400" cy="1625600"/>
          </a:xfrm>
          <a:prstGeom prst="flowChartTerminator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flowchart_terminator</a:t>
            </a:r>
          </a:p>
        </p:txBody>
      </p:sp>
      <p:sp>
        <p:nvSpPr>
          <p:cNvPr id="5" name="Funnel 4"/>
          <p:cNvSpPr/>
          <p:nvPr/>
        </p:nvSpPr>
        <p:spPr>
          <a:xfrm>
            <a:off x="8839200" y="304800"/>
            <a:ext cx="2438400" cy="1625600"/>
          </a:xfrm>
          <a:prstGeom prst="funnel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funnel</a:t>
            </a:r>
          </a:p>
        </p:txBody>
      </p:sp>
      <p:sp>
        <p:nvSpPr>
          <p:cNvPr id="6" name="Half Frame 5"/>
          <p:cNvSpPr/>
          <p:nvPr/>
        </p:nvSpPr>
        <p:spPr>
          <a:xfrm>
            <a:off x="609600" y="2438400"/>
            <a:ext cx="2438400" cy="1625600"/>
          </a:xfrm>
          <a:prstGeom prst="halfFram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half_frame</a:t>
            </a:r>
          </a:p>
        </p:txBody>
      </p:sp>
      <p:sp>
        <p:nvSpPr>
          <p:cNvPr id="7" name="Hexagon 6"/>
          <p:cNvSpPr/>
          <p:nvPr/>
        </p:nvSpPr>
        <p:spPr>
          <a:xfrm>
            <a:off x="3352800" y="2438400"/>
            <a:ext cx="2438400" cy="1625600"/>
          </a:xfrm>
          <a:prstGeom prst="hexagon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hexagon</a:t>
            </a:r>
          </a:p>
        </p:txBody>
      </p:sp>
      <p:sp>
        <p:nvSpPr>
          <p:cNvPr id="8" name="Left Arrow 7"/>
          <p:cNvSpPr/>
          <p:nvPr/>
        </p:nvSpPr>
        <p:spPr>
          <a:xfrm>
            <a:off x="6096000" y="2438400"/>
            <a:ext cx="2438400" cy="1625600"/>
          </a:xfrm>
          <a:prstGeom prst="left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left_arrow</a:t>
            </a:r>
          </a:p>
        </p:txBody>
      </p:sp>
      <p:sp>
        <p:nvSpPr>
          <p:cNvPr id="9" name="Left Bracket 8"/>
          <p:cNvSpPr/>
          <p:nvPr/>
        </p:nvSpPr>
        <p:spPr>
          <a:xfrm>
            <a:off x="8839200" y="2438400"/>
            <a:ext cx="2438400" cy="1625600"/>
          </a:xfrm>
          <a:prstGeom prst="leftBracke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left_bracket</a:t>
            </a:r>
          </a:p>
        </p:txBody>
      </p:sp>
      <p:sp>
        <p:nvSpPr>
          <p:cNvPr id="10" name="Left-Right Arrow Callout 9"/>
          <p:cNvSpPr/>
          <p:nvPr/>
        </p:nvSpPr>
        <p:spPr>
          <a:xfrm>
            <a:off x="609600" y="4572000"/>
            <a:ext cx="2438400" cy="1625600"/>
          </a:xfrm>
          <a:prstGeom prst="leftRightArrowCallou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left_right_arrow_callout</a:t>
            </a:r>
          </a:p>
        </p:txBody>
      </p:sp>
      <p:sp>
        <p:nvSpPr>
          <p:cNvPr id="11" name="Left-Right-Up Arrow 10"/>
          <p:cNvSpPr/>
          <p:nvPr/>
        </p:nvSpPr>
        <p:spPr>
          <a:xfrm>
            <a:off x="3352800" y="4572000"/>
            <a:ext cx="2438400" cy="1625600"/>
          </a:xfrm>
          <a:prstGeom prst="leftRightUp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left_right_up_arrow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6096000" y="4572000"/>
            <a:ext cx="2438400" cy="1625600"/>
          </a:xfrm>
          <a:prstGeom prst="borderCallout1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line_callout_1</a:t>
            </a:r>
          </a:p>
        </p:txBody>
      </p:sp>
      <p:sp>
        <p:nvSpPr>
          <p:cNvPr id="13" name="Line Callout 1 (No Border) 12"/>
          <p:cNvSpPr/>
          <p:nvPr/>
        </p:nvSpPr>
        <p:spPr>
          <a:xfrm>
            <a:off x="8839200" y="4572000"/>
            <a:ext cx="2438400" cy="1625600"/>
          </a:xfrm>
          <a:prstGeom prst="callout1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line_callout_1_no_border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ine Callout 2 (Border and Accent Bar) 1"/>
          <p:cNvSpPr/>
          <p:nvPr/>
        </p:nvSpPr>
        <p:spPr>
          <a:xfrm>
            <a:off x="609600" y="304800"/>
            <a:ext cx="2438400" cy="1625600"/>
          </a:xfrm>
          <a:prstGeom prst="accentBorderCallout2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line_callout_2_border_and_accent_bar</a:t>
            </a:r>
          </a:p>
        </p:txBody>
      </p:sp>
      <p:sp>
        <p:nvSpPr>
          <p:cNvPr id="3" name="Line Callout 3 (Accent Bar) 2"/>
          <p:cNvSpPr/>
          <p:nvPr/>
        </p:nvSpPr>
        <p:spPr>
          <a:xfrm>
            <a:off x="3352800" y="304800"/>
            <a:ext cx="2438400" cy="1625600"/>
          </a:xfrm>
          <a:prstGeom prst="accentCallout3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line_callout_3_accent_bar</a:t>
            </a:r>
          </a:p>
        </p:txBody>
      </p:sp>
      <p:sp>
        <p:nvSpPr>
          <p:cNvPr id="4" name="Line Callout 3 3"/>
          <p:cNvSpPr/>
          <p:nvPr/>
        </p:nvSpPr>
        <p:spPr>
          <a:xfrm>
            <a:off x="6096000" y="304800"/>
            <a:ext cx="2438400" cy="1625600"/>
          </a:xfrm>
          <a:prstGeom prst="borderCallout3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line_callout_4</a:t>
            </a:r>
          </a:p>
        </p:txBody>
      </p:sp>
      <p:sp>
        <p:nvSpPr>
          <p:cNvPr id="5" name="Line Callout 3 (No Border) 4"/>
          <p:cNvSpPr/>
          <p:nvPr/>
        </p:nvSpPr>
        <p:spPr>
          <a:xfrm>
            <a:off x="8839200" y="304800"/>
            <a:ext cx="2438400" cy="1625600"/>
          </a:xfrm>
          <a:prstGeom prst="callout3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line_callout_4_no_border</a:t>
            </a:r>
          </a:p>
        </p:txBody>
      </p:sp>
      <p:sp>
        <p:nvSpPr>
          <p:cNvPr id="6" name="Equal 5"/>
          <p:cNvSpPr/>
          <p:nvPr/>
        </p:nvSpPr>
        <p:spPr>
          <a:xfrm>
            <a:off x="609600" y="2438400"/>
            <a:ext cx="2438400" cy="1625600"/>
          </a:xfrm>
          <a:prstGeom prst="mathEqual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math_equal</a:t>
            </a:r>
          </a:p>
        </p:txBody>
      </p:sp>
      <p:sp>
        <p:nvSpPr>
          <p:cNvPr id="7" name="Not Equal 6"/>
          <p:cNvSpPr/>
          <p:nvPr/>
        </p:nvSpPr>
        <p:spPr>
          <a:xfrm>
            <a:off x="3352800" y="2438400"/>
            <a:ext cx="2438400" cy="1625600"/>
          </a:xfrm>
          <a:prstGeom prst="mathNotEqual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math_not_equal</a:t>
            </a:r>
          </a:p>
        </p:txBody>
      </p:sp>
      <p:sp>
        <p:nvSpPr>
          <p:cNvPr id="8" name="Non-isosceles Trapezoid 7"/>
          <p:cNvSpPr/>
          <p:nvPr/>
        </p:nvSpPr>
        <p:spPr>
          <a:xfrm>
            <a:off x="6096000" y="2438400"/>
            <a:ext cx="2438400" cy="1625600"/>
          </a:xfrm>
          <a:prstGeom prst="nonIsoscelesTrapezoid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non_isosceles_trapezoid</a:t>
            </a:r>
          </a:p>
        </p:txBody>
      </p:sp>
      <p:sp>
        <p:nvSpPr>
          <p:cNvPr id="9" name="Octagon 8"/>
          <p:cNvSpPr/>
          <p:nvPr/>
        </p:nvSpPr>
        <p:spPr>
          <a:xfrm>
            <a:off x="8839200" y="2438400"/>
            <a:ext cx="2438400" cy="1625600"/>
          </a:xfrm>
          <a:prstGeom prst="octagon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octagon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09600" y="4572000"/>
            <a:ext cx="2438400" cy="1625600"/>
          </a:xfrm>
          <a:prstGeom prst="parallelogram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parallelogram</a:t>
            </a:r>
          </a:p>
        </p:txBody>
      </p:sp>
      <p:sp>
        <p:nvSpPr>
          <p:cNvPr id="11" name="Pie 10"/>
          <p:cNvSpPr/>
          <p:nvPr/>
        </p:nvSpPr>
        <p:spPr>
          <a:xfrm>
            <a:off x="3352800" y="4572000"/>
            <a:ext cx="2438400" cy="1625600"/>
          </a:xfrm>
          <a:prstGeom prst="pieWedg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pie_wedge</a:t>
            </a:r>
          </a:p>
        </p:txBody>
      </p:sp>
      <p:sp>
        <p:nvSpPr>
          <p:cNvPr id="12" name="Quad Arrow 11"/>
          <p:cNvSpPr/>
          <p:nvPr/>
        </p:nvSpPr>
        <p:spPr>
          <a:xfrm>
            <a:off x="6096000" y="4572000"/>
            <a:ext cx="2438400" cy="1625600"/>
          </a:xfrm>
          <a:prstGeom prst="quad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quad_arrow</a:t>
            </a:r>
          </a:p>
        </p:txBody>
      </p:sp>
      <p:sp>
        <p:nvSpPr>
          <p:cNvPr id="13" name="Rectangular Callout 12"/>
          <p:cNvSpPr/>
          <p:nvPr/>
        </p:nvSpPr>
        <p:spPr>
          <a:xfrm>
            <a:off x="8839200" y="4572000"/>
            <a:ext cx="2438400" cy="1625600"/>
          </a:xfrm>
          <a:prstGeom prst="wedgeRectCallout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rectangular_callout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Callout 1"/>
          <p:cNvSpPr/>
          <p:nvPr/>
        </p:nvSpPr>
        <p:spPr>
          <a:xfrm>
            <a:off x="609600" y="304800"/>
            <a:ext cx="2438400" cy="1625600"/>
          </a:xfrm>
          <a:prstGeom prst="rightArrowCallou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right_arrow_callout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3352800" y="304800"/>
            <a:ext cx="2438400" cy="1625600"/>
          </a:xfrm>
          <a:prstGeom prst="rtTriangl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right_triangle</a:t>
            </a:r>
          </a:p>
        </p:txBody>
      </p:sp>
      <p:sp>
        <p:nvSpPr>
          <p:cNvPr id="4" name="Round Single Corner Rectangle 3"/>
          <p:cNvSpPr/>
          <p:nvPr/>
        </p:nvSpPr>
        <p:spPr>
          <a:xfrm>
            <a:off x="6096000" y="304800"/>
            <a:ext cx="2438400" cy="1625600"/>
          </a:xfrm>
          <a:prstGeom prst="round1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round_1_rectangle</a:t>
            </a:r>
          </a:p>
        </p:txBody>
      </p:sp>
      <p:sp>
        <p:nvSpPr>
          <p:cNvPr id="5" name="Smiley Face 4"/>
          <p:cNvSpPr/>
          <p:nvPr/>
        </p:nvSpPr>
        <p:spPr>
          <a:xfrm>
            <a:off x="8839200" y="304800"/>
            <a:ext cx="2438400" cy="1625600"/>
          </a:xfrm>
          <a:prstGeom prst="smileyFac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smiley_face</a:t>
            </a:r>
          </a:p>
        </p:txBody>
      </p:sp>
      <p:sp>
        <p:nvSpPr>
          <p:cNvPr id="6" name="Snip Same Side Corner Rectangle 5"/>
          <p:cNvSpPr/>
          <p:nvPr/>
        </p:nvSpPr>
        <p:spPr>
          <a:xfrm>
            <a:off x="609600" y="2438400"/>
            <a:ext cx="2438400" cy="1625600"/>
          </a:xfrm>
          <a:prstGeom prst="snip2Same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snip_2_same_rectangle</a:t>
            </a:r>
          </a:p>
        </p:txBody>
      </p:sp>
      <p:sp>
        <p:nvSpPr>
          <p:cNvPr id="7" name="10-Point Star 6"/>
          <p:cNvSpPr/>
          <p:nvPr/>
        </p:nvSpPr>
        <p:spPr>
          <a:xfrm>
            <a:off x="3352800" y="2438400"/>
            <a:ext cx="2438400" cy="1625600"/>
          </a:xfrm>
          <a:prstGeom prst="star10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star_10_point</a:t>
            </a:r>
          </a:p>
        </p:txBody>
      </p:sp>
      <p:sp>
        <p:nvSpPr>
          <p:cNvPr id="8" name="24-Point Star 7"/>
          <p:cNvSpPr/>
          <p:nvPr/>
        </p:nvSpPr>
        <p:spPr>
          <a:xfrm>
            <a:off x="6096000" y="2438400"/>
            <a:ext cx="2438400" cy="1625600"/>
          </a:xfrm>
          <a:prstGeom prst="star24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star_24_point</a:t>
            </a:r>
          </a:p>
        </p:txBody>
      </p:sp>
      <p:sp>
        <p:nvSpPr>
          <p:cNvPr id="9" name="5-Point Star 8"/>
          <p:cNvSpPr/>
          <p:nvPr/>
        </p:nvSpPr>
        <p:spPr>
          <a:xfrm>
            <a:off x="8839200" y="2438400"/>
            <a:ext cx="2438400" cy="1625600"/>
          </a:xfrm>
          <a:prstGeom prst="star5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star_5_point</a:t>
            </a:r>
          </a:p>
        </p:txBody>
      </p:sp>
      <p:sp>
        <p:nvSpPr>
          <p:cNvPr id="10" name="8-Point Star 9"/>
          <p:cNvSpPr/>
          <p:nvPr/>
        </p:nvSpPr>
        <p:spPr>
          <a:xfrm>
            <a:off x="609600" y="4572000"/>
            <a:ext cx="2438400" cy="1625600"/>
          </a:xfrm>
          <a:prstGeom prst="star8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star_8_point</a:t>
            </a:r>
          </a:p>
        </p:txBody>
      </p:sp>
      <p:sp>
        <p:nvSpPr>
          <p:cNvPr id="11" name="Swoosh Arrow 10"/>
          <p:cNvSpPr/>
          <p:nvPr/>
        </p:nvSpPr>
        <p:spPr>
          <a:xfrm>
            <a:off x="3352800" y="4572000"/>
            <a:ext cx="2438400" cy="1625600"/>
          </a:xfrm>
          <a:prstGeom prst="swoosh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swoosh_arrow</a:t>
            </a:r>
          </a:p>
        </p:txBody>
      </p:sp>
      <p:sp>
        <p:nvSpPr>
          <p:cNvPr id="12" name="Up Arrow 11"/>
          <p:cNvSpPr/>
          <p:nvPr/>
        </p:nvSpPr>
        <p:spPr>
          <a:xfrm>
            <a:off x="6096000" y="4572000"/>
            <a:ext cx="2438400" cy="1625600"/>
          </a:xfrm>
          <a:prstGeom prst="up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up_arrow</a:t>
            </a:r>
          </a:p>
        </p:txBody>
      </p:sp>
      <p:sp>
        <p:nvSpPr>
          <p:cNvPr id="13" name="Up-Down Arrow Callout 12"/>
          <p:cNvSpPr/>
          <p:nvPr/>
        </p:nvSpPr>
        <p:spPr>
          <a:xfrm>
            <a:off x="8839200" y="4572000"/>
            <a:ext cx="2438400" cy="1625600"/>
          </a:xfrm>
          <a:prstGeom prst="upDownArrowCallout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up_down_arrow_callout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 preset shapes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