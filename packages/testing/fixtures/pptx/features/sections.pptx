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E2F5B1A-0000-4000-8000-000000000000}">
          <p14:sldIdLst>
            <p14:sldId id="256"/>
            <p14:sldId id="257"/>
          </p14:sldIdLst>
        </p14:section>
        <p14:section name="Results" id="{6E2F5B1A-0000-4000-8000-000000000001}">
          <p14:sldIdLst>
            <p14:sldId id="258"/>
            <p14:sldId id="259"/>
            <p14:sldId id="260"/>
          </p14:sldIdLst>
        </p14:section>
        <p14:section name="Appendix" id="{6E2F5B1A-0000-4000-8000-000000000002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