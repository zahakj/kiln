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4:3 standard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9144000 × 6858000 EMU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59436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size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