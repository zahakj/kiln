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Solid background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4472C4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background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pattFill prst="diagBrick">
          <a:fgClr>
            <a:srgbClr val="ED7D31"/>
          </a:fgClr>
          <a:bgClr>
            <a:srgbClr val="FFF2CC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 background (inherited)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Backgrounds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