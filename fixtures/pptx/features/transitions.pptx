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fade</a:t>
            </a:r>
          </a:p>
        </p:txBody>
      </p:sp>
    </p:spTree>
  </p:cSld>
  <p:clrMapOvr>
    <a:masterClrMapping/>
  </p:clrMapOvr>
  <p:transition spd="slow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push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wipe</a:t>
            </a:r>
          </a:p>
        </p:txBody>
      </p:sp>
    </p:spTree>
  </p:cSld>
  <p:clrMapOvr>
    <a:masterClrMapping/>
  </p:clrMapOvr>
  <p:transition spd="fast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split</a:t>
            </a:r>
          </a:p>
        </p:txBody>
      </p:sp>
    </p:spTree>
  </p:cSld>
  <p:clrMapOvr>
    <a:masterClrMapping/>
  </p:clrMapOvr>
  <p:transition spd="slow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cover</a:t>
            </a:r>
          </a:p>
        </p:txBody>
      </p:sp>
    </p:spTree>
  </p:cSld>
  <p:clrMapOvr>
    <a:masterClrMapping/>
  </p:clrMapOvr>
  <p:transition spd="med" advTm="3000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pull</a:t>
            </a:r>
          </a:p>
        </p:txBody>
      </p:sp>
    </p:spTree>
  </p:cSld>
  <p:clrMapOvr>
    <a:masterClrMapping/>
  </p:clrMapOvr>
  <p:transition spd="fast">
    <p:pull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cut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random bars</a:t>
            </a:r>
          </a:p>
        </p:txBody>
      </p:sp>
    </p:spTree>
  </p:cSld>
  <p:clrMapOvr>
    <a:masterClrMapping/>
  </p:clrMapOvr>
  <p:transition spd="med">
    <p:randomBar dir="ver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circle</a:t>
            </a:r>
          </a:p>
        </p:txBody>
      </p:sp>
    </p:spTree>
  </p:cSld>
  <p:clrMapOvr>
    <a:masterClrMapping/>
  </p:clrMapOvr>
  <p:transition spd="fast" advTm="3000">
    <p:circl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dissolve</a:t>
            </a:r>
          </a:p>
        </p:txBody>
      </p:sp>
    </p:spTree>
  </p:cSld>
  <p:clrMapOvr>
    <a:masterClrMapping/>
  </p:clrMapOvr>
  <p:transition spd="slow">
    <p:dissolv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zoom</a:t>
            </a:r>
          </a:p>
        </p:txBody>
      </p:sp>
    </p:spTree>
  </p:cSld>
  <p:clrMapOvr>
    <a:masterClrMapping/>
  </p:clrMapOvr>
  <p:transition spd="med">
    <p:zoom dir="in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Transition: blinds</a:t>
            </a:r>
          </a:p>
        </p:txBody>
      </p:sp>
    </p:spTree>
  </p:cSld>
  <p:clrMapOvr>
    <a:masterClrMapping/>
  </p:clrMapOvr>
  <p:transition spd="fast">
    <p:blinds dir="horz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