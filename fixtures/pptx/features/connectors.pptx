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Connectors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1828800" cy="1066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0" y="1371600"/>
            <a:ext cx="1828800" cy="10668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8534400" y="3962400"/>
            <a:ext cx="1828800" cy="1371600"/>
          </a:xfrm>
          <a:prstGeom prst="diamon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>
            <a:stCxn id="3" idx="3"/>
            <a:endCxn id="4" idx="1"/>
          </p:cNvCxnSpPr>
          <p:nvPr/>
        </p:nvCxnSpPr>
        <p:spPr>
          <a:xfrm flipV="1">
            <a:off x="2743200" y="1905000"/>
            <a:ext cx="274320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>
            <a:stCxn id="4" idx="3"/>
            <a:endCxn id="5" idx="0"/>
          </p:cNvCxnSpPr>
          <p:nvPr/>
        </p:nvCxnSpPr>
        <p:spPr>
          <a:xfrm>
            <a:off x="7315200" y="1905000"/>
            <a:ext cx="2133600" cy="205740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>
            <a:stCxn id="3" idx="2"/>
            <a:endCxn id="5" idx="1"/>
          </p:cNvCxnSpPr>
          <p:nvPr/>
        </p:nvCxnSpPr>
        <p:spPr>
          <a:xfrm>
            <a:off x="1828800" y="2895600"/>
            <a:ext cx="6705600" cy="1752600"/>
          </a:xfrm>
          <a:prstGeom prst="curved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14400" y="5486400"/>
            <a:ext cx="3657600" cy="0"/>
          </a:xfrm>
          <a:prstGeom prst="line">
            <a:avLst/>
          </a:prstGeom>
          <a:ln w="28575">
            <a:solidFill>
              <a:srgbClr val="C00000"/>
            </a:solidFill>
            <a:prstDash val="dash"/>
            <a:headEnd type="oval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Connectors</dc:title>
  <dc:subject/>
  <dc:creator>Officina Fixtures</dc:creator>
  <cp:keywords/>
  <dc:description>generated using python-pptx</dc:description>
  <cp:lastModifiedBy>Officina Fixtures</cp:lastModifiedBy>
  <cp:revision>1</cp:revision>
  <dcterms:created xsi:type="dcterms:W3CDTF">2026-01-15T09:30:00Z</dcterms:created>
  <dcterms:modified xsi:type="dcterms:W3CDTF">2026-01-15T09:30:00Z</dcterms:modified>
  <cp:category/>
</cp:coreProperties>
</file>