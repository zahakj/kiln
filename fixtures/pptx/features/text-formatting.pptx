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Bold </a:t>
            </a:r>
            <a:r>
              <a:rPr i="1"/>
              <a:t>italic </a:t>
            </a:r>
            <a:r>
              <a:rPr u="sng"/>
              <a:t>underline </a:t>
            </a:r>
            <a:r>
              <a:rPr>
                <a:solidFill>
                  <a:srgbClr val="C00000"/>
                </a:solidFill>
              </a:rPr>
              <a:t>red </a:t>
            </a:r>
            <a:r>
              <a:rPr sz="2400"/>
              <a:t>24pt </a:t>
            </a:r>
            <a:r>
              <a:rPr>
                <a:latin typeface="Georgia"/>
              </a:rPr>
              <a:t>Georgia</a:t>
            </a:r>
          </a:p>
          <a:p>
            <a:pPr algn="l"/>
            <a:r>
              <a:t>Aligned left</a:t>
            </a:r>
          </a:p>
          <a:p>
            <a:pPr algn="ctr"/>
            <a:r>
              <a:t>Aligned center</a:t>
            </a:r>
          </a:p>
          <a:p>
            <a:pPr algn="r"/>
            <a:r>
              <a:t>Aligned right</a:t>
            </a:r>
          </a:p>
          <a:p>
            <a:pPr algn="just"/>
            <a:r>
              <a:t>Aligned justify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t>Line spacing 1.5, space before 12pt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181600" cy="2286000"/>
          </a:xfrm>
          <a:prstGeom prst="rect">
            <a:avLst/>
          </a:prstGeom>
          <a:noFill/>
        </p:spPr>
        <p:txBody>
          <a:bodyPr wrap="none" anchor="ctr" numCol="2" spcCol="182880">
            <a:normAutofit/>
          </a:bodyPr>
          <a:lstStyle/>
          <a:p>
            <a:r>
              <a:t>Shrink text on overflow, anchored middle. Shrink text on overflow, anchored middle. Shrink text on overflow, anchored middle. Shrink text on overflow, anchored middle.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962400"/>
            <a:ext cx="914400" cy="2286000"/>
          </a:xfrm>
          <a:prstGeom prst="rect">
            <a:avLst/>
          </a:prstGeom>
          <a:noFill/>
        </p:spPr>
        <p:txBody>
          <a:bodyPr wrap="none" vert="vert270">
            <a:spAutoFit/>
          </a:bodyPr>
          <a:lstStyle/>
          <a:p>
            <a:r>
              <a:t>Vertical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 and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one</a:t>
            </a:r>
          </a:p>
          <a:p>
            <a:pPr lvl="1"/>
            <a:r>
              <a:t>Level 2</a:t>
            </a:r>
          </a:p>
          <a:p>
            <a:pPr lvl="2"/>
            <a:r>
              <a:t>Level 3</a:t>
            </a:r>
          </a:p>
          <a:p>
            <a:pPr lvl="3"/>
            <a:r>
              <a:t>Level 4</a:t>
            </a:r>
          </a:p>
          <a:p>
            <a:pPr lvl="4"/>
            <a:r>
              <a:t>Level 5</a:t>
            </a:r>
          </a:p>
          <a:p>
            <a:pPr>
              <a:buAutoNum type="arabicPeriod"/>
            </a:pPr>
            <a:r>
              <a:t>Numbered paragraph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formatting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