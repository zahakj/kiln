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16:9 widescreen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12192000 × 6858000 EMU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markers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77600" y="59436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size</dc:title>
  <dc:subject/>
  <dc:creator>Officina Fixtures</dc:creator>
  <cp:keywords/>
  <dc:description>generated using python-pptx</dc:description>
  <cp:lastModifiedBy>Officina Fixtures</cp:lastModifiedBy>
  <cp:revision>1</cp:revision>
  <dcterms:created xsi:type="dcterms:W3CDTF">2026-01-15T09:30:00Z</dcterms:created>
  <dcterms:modified xsi:type="dcterms:W3CDTF">2026-01-15T09:30:00Z</dcterms:modified>
  <cp:category/>
</cp:coreProperties>
</file>