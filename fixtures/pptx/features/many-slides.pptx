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Cillum culpa qui duis sint nisi proident lorem excepteur ea ut laboris.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Ipsum aute irure in aliqua dolor dolor laboris ex dolor ut 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sunt aute laboris dolor cillum ea sint tempor velit deserunt occaecat.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 minim aute consectetur duis eiusmod lorem id dolore ut officia 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Dolor irure in sunt sunt sed ad qui ipsum non officia ipsum.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Culpa et sunt eiusmod deserunt dolor aliqua nisi pariatur dolore amet consectetur.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Pariatur in qui anim do nisi in incididunt tempor et aliquip ipsum.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Nulla consectetur labore adipiscing nulla ut ex ut minim ipsum ut 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Aliquip labore ut aliqua commodo fugiat excepteur amet pariatur in in sunt.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 amet elit sit nostrud occaecat ex mollit fugiat ut ullamco labore.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Sint ut duis labore sunt cupidatat aliqua pariatur ut dolore dolore pariatur.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Cupidatat mollit laboris nulla veniam cillum deserunt minim excepteur exercitation occaecat dolor.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Officia irure aute et do dolor deserunt ut laborum culpa exercitation non.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Mollit magna officia eiusmod ut in elit in eiusmod deserunt adipiscing anim.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laborum ad incididunt cillum pariatur duis nulla sed laboris quis sunt.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Exercitation ipsum lorem laboris in nulla exercitation elit commodo dolor fugiat elit.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Aliqua laborum laboris exercitation mollit commodo anim sit anim ullamco culpa qui.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Velit magna sunt minim ut quis dolor tempor dolore duis incididunt ut.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Amet veniam et nisi velit exercitation cupidatat tempor veniam tempor in eiusmod.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Amet ut ut enim exercitation sint consectetur esse labore pariatur excepteur ea.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 fugiat quis esse non dolore cupidatat dolor velit quis eiusmod ullamco.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Fugiat excepteur elit ullamco excepteur voluptate consectetur id pariatur velit dolor aliqua.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Sint ut reprehenderit ad pariatur elit eu consectetur pariatur proident amet aliqua.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ad quis aute excepteur sit adipiscing et id laborum lorem dolore.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eiusmod laborum irure proident aliqua occaecat duis excepteur laborum eiusmod aliqua.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Consectetur irure ea irure non in do ea eu dolor qui dolor.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 labore in pariatur commodo proident aute ullamco commodo ipsum culpa lorem.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Nostrud eiusmod sint ut laboris voluptate excepteur ut commodo ipsum in ad.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Dolore sint aute cillum ullamco enim nostrud est consectetur laborum eiusmod consequat.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dolor incididunt commodo quis ut et deserunt deserunt esse dolor lorem.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Thirty slides, two hidden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